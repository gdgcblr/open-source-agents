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285F4"/>
                </a:solidFill>
              </a:defRPr>
            </a:pPr>
            <a:r>
              <a:t>ROAD TO DEVFEST 2026: FORK • BUILD • MERGE</a:t>
            </a:r>
          </a:p>
          <a:p>
            <a:pPr>
              <a:spcAft>
                <a:spcPts val="1200"/>
              </a:spcAft>
              <a:defRPr sz="4400" b="1">
                <a:solidFill>
                  <a:srgbClr val="F8FAFC"/>
                </a:solidFill>
              </a:defRPr>
            </a:pPr>
            <a:r>
              <a:t>Jarvis — A PR Review Agent</a:t>
            </a:r>
          </a:p>
          <a:p>
            <a:pPr>
              <a:spcAft>
                <a:spcPts val="2800"/>
              </a:spcAft>
              <a:defRPr sz="2000">
                <a:solidFill>
                  <a:srgbClr val="94A3B8"/>
                </a:solidFill>
              </a:defRPr>
            </a:pPr>
            <a:r>
              <a:t>Autonomous Git Diff Auditor with 5-Layer Guardrail Defense &amp; Dual-Engine AI (Google Gemini + Local Gemma 2)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Built by: Shaik Mohammed Ashraf Ali  |  Venue: Google Ananta Office,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285F4"/>
                </a:solidFill>
              </a:defRPr>
            </a:pPr>
            <a:r>
              <a:t>ROAD TO DEVFEST • GOOGLE ANANTA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The Problem: Maintainer Burnout &amp; Secret Leak Epidemic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2860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A4335"/>
                </a:solidFill>
              </a:defRPr>
            </a:pPr>
            <a:r>
              <a:t>Review Fatigue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Maintainers spend 60%+ of their code review cycles checking repetitive hygiene: syntax, test coverage, and lockfiles instead of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2860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BBC04"/>
                </a:solidFill>
              </a:defRPr>
            </a:pPr>
            <a:r>
              <a:t>Accidental Leaks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Developers accidentally commit Google AI keys, GitHub PATs, and AWS tokens. Traditional LLM prompts can hallucinate and miss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22860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285F4"/>
                </a:solidFill>
              </a:defRPr>
            </a:pPr>
            <a:r>
              <a:t>Vague PR Descriptions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PRs often arrive with blank or vague summaries ('fixes stuff'), delaying reviews and making audit trails nearly impossible.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2860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A853"/>
                </a:solidFill>
              </a:defRPr>
            </a:pPr>
            <a:r>
              <a:t>Cloud Privacy Risks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Enterprise &amp; proprietary codebases cannot legally send raw unvetted source code to public external LLMs without air-gap guarantees.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285F4"/>
                </a:solidFill>
              </a:defRPr>
            </a:pPr>
            <a:r>
              <a:t>ROAD TO DEVFEST • GOOGLE ANANTA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Architecture: Dual-Engine Model Tier (HLD)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285F4"/>
                </a:solidFill>
              </a:defRPr>
            </a:pPr>
            <a:r>
              <a:t>🔒 Privacy Tier: Google Gemma 2 (Local)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Runs 100% offline via Ollama (gemma2:2b) directly on Mac.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egress: Proprietary code never leaves the laptop.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Deterministic pre-LLM secret shield catches leaked API keys.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Detects code execution anti-patterns: eval(), exec(), shell=True.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Ideal for air-gapped CI and privacy-sensitive enterprises.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4A853"/>
                </a:solidFill>
              </a:defRPr>
            </a:pPr>
            <a:r>
              <a:t>⚡ Architect Tier: Google Gemini 2.5 Flash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Deep semantic reasoning across multi-file diffs.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Assesses architectural impact and breaking API changes.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Auto-generates standardized Conventional PR summaries.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Synthesizes tailored testing verification checklists.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Fallback Mock Provider ensures 100% test pass rate in 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285F4"/>
                </a:solidFill>
              </a:defRPr>
            </a:pPr>
            <a:r>
              <a:t>ROAD TO DEVFEST • GOOGLE ANANTA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Core Innovation: 5-Layer Guardrail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4285F4"/>
                </a:solidFill>
              </a:defRPr>
            </a:pPr>
            <a:r>
              <a:t>Layer 1: Context &amp; DOS Guard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Strips lockfiles (package-lock.json) and minified files so diffs never blow out LLM token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A4335"/>
                </a:solidFill>
              </a:defRPr>
            </a:pPr>
            <a:r>
              <a:t>Layer 2: Secret Shield (Pre-LLM)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Zero-hallucination regex audit for Google AI keys (AIzaSy...), GitHub PATs, AWS, and .env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BBC04"/>
                </a:solidFill>
              </a:defRPr>
            </a:pPr>
            <a:r>
              <a:t>Layer 3: Anti-Pattern Execution Guard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Catches arbitrary code execution risks: eval(), exec(), subprocess(shell=True), and raw SQL formatting.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A853"/>
                </a:solidFill>
              </a:defRPr>
            </a:pPr>
            <a:r>
              <a:t>Layer 4: Air-Gapped Privacy Guard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Local execution on Google Gemma 2 (gemma2:2b). Complete air-gap guarantee for confidential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8BDF8"/>
                </a:solidFill>
              </a:defRPr>
            </a:pPr>
            <a:r>
              <a:t>Layer 5: Authoritative Verdict Escalation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The LLM CANNOT approve unsafe code. If critical issues exist, verdict is forcibly set to REQUEST_CHANGES.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285F4"/>
                </a:solidFill>
              </a:defRPr>
            </a:pPr>
            <a:r>
              <a:t>ROAD TO DEVFEST • GOOGLE ANANTA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Verification: 9/9 Automated Tests &amp; Dual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4A853"/>
                </a:solidFill>
              </a:defRPr>
            </a:pPr>
            <a:r>
              <a:t>🧪 100% Automated Test Suite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test_security_scanner_clean_diff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test_security_scanner_detects_secrets_and_eval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test_security_scanner_detects_sql_injection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test_git_utils_filter_lockfiles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test_agent_mock_review_clean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test_agent_critical_issue_escalates_verdict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test_markdown_pr_generation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test_fastapi_health_endpoint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test_fastapi_review_endpoint [PASSED]</a:t>
            </a:r>
          </a:p>
          <a:p>
            <a:pPr>
              <a:spcAft>
                <a:spcPts val="300"/>
              </a:spcAft>
              <a:defRPr sz="1200">
                <a:solidFill>
                  <a:srgbClr val="38BDF8"/>
                </a:solidFill>
              </a:defRPr>
            </a:pPr>
            <a:r>
              <a:t>⚡ 9 passed in 0.19s with Pytest!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285F4"/>
                </a:solidFill>
              </a:defRPr>
            </a:pPr>
            <a:r>
              <a:t>🚀 Dual Interface Capabilities</a:t>
            </a:r>
          </a:p>
          <a:p>
            <a:pPr>
              <a:spcAft>
                <a:spcPts val="200"/>
              </a:spcAft>
              <a:defRPr sz="1200">
                <a:solidFill>
                  <a:srgbClr val="FBBC04"/>
                </a:solidFill>
              </a:defRPr>
            </a:pPr>
            <a:r>
              <a:t>1. Terminal CLI Mode: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   $ python main.py --branch main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   $ python main.py --provider ollama --model gemma2:2b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   Instant formatted review and pr_description.md output.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FBBC04"/>
                </a:solidFill>
              </a:defRPr>
            </a:pPr>
            <a:r>
              <a:t>2. FastAPI REST Server Mode: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   $ python main.py --serve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   Interactive Swagger UI live at http://localhost:8000/docs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   Endpoints: /api/review, /api/generate-pr, /api/health.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   Ready for CI/CD webhook pipelines and Git hooks.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285F4"/>
                </a:solidFill>
              </a:defRPr>
            </a:pPr>
            <a:r>
              <a:t>ROAD TO DEVFEST • GOOGLE ANANTA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Live Demo: Guardrails &amp; Conventional PR in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A4335"/>
                </a:solidFill>
              </a:defRPr>
            </a:pPr>
            <a:r>
              <a:t>Demo 1: The Leak Trap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Feed a git diff containing a leaked Google AI key + eval(). Watch Layer 2 catch the secret and Layer 5 force verdict = REQUEST_CHANGES.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574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A853"/>
                </a:solidFill>
              </a:defRPr>
            </a:pPr>
            <a:r>
              <a:t>Demo 2: 100% Offline Review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Switch to local Google Gemma 2 (gemma2:2b). Run inspection with zero internet access, proving complete air-gap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574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285F4"/>
                </a:solidFill>
              </a:defRPr>
            </a:pPr>
            <a:r>
              <a:t>Demo 3: Auto-Generated PR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Provide a clean multi-file feature diff. Jarvis analyzes changes and auto-writes a standardized Conventional PR markdown with checklist.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285F4"/>
                </a:solidFill>
              </a:defRPr>
            </a:pPr>
            <a:r>
              <a:t>ROAD TO DEVFEST • GOOGLE ANANTA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Summary &amp; Why Jarvis Wins at DevFest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4285F4"/>
                </a:solidFill>
              </a:defRPr>
            </a:pPr>
            <a:r>
              <a:t>🎯 Key Takeaways for Judges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1. True Dual-Engine Innovation: Combines Google Gemini for cloud reasoning and Google Gemma 2 for on-box privacy.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2. Defense-in-Depth Security: 5-layer guardrails ensure secrets are never leaked and unsafe code is never approved.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3. Production Quality: 9/9 automated tests passing, clean FastAPI Swagger UI, and zero external dependencies for scanner.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4. Seamless Developer UX: Runs directly in your terminal, pre-commit hook, or REST API service.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5. Open Source Contribution Ready: PR submitted cleanly to gdgcblr/open-source-agents following strict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